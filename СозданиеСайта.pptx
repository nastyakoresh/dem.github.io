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9.jpeg" ContentType="image/jpeg"/>
  <Override PartName="/ppt/media/image12.jpeg" ContentType="image/jpeg"/>
  <Override PartName="/ppt/media/image15.jpeg" ContentType="image/jpeg"/>
  <Override PartName="/ppt/media/image14.jpeg" ContentType="image/jpeg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10.jpeg" ContentType="image/jpeg"/>
  <Override PartName="/ppt/media/image7.jpeg" ContentType="image/jpeg"/>
  <Override PartName="/ppt/media/image11.jpeg" ContentType="image/jpeg"/>
  <Override PartName="/ppt/media/image8.jpeg" ContentType="image/jpeg"/>
  <Override PartName="/ppt/media/image1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  <p:sldMasterId id="2147483671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55A560-0DED-4A58-9C0F-B925A1A5C2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C00E5E9-BA85-41BC-9368-11914D370F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38D6B98-01D8-49B9-A433-7F326142A3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87BEB23-F8F2-4F56-B246-95E380C66B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73FB76C-E94A-4E1E-B562-2F6E88EAD1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129A993-5C7C-4C19-B0BB-CEC6556E8A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FC7097A-BBDD-4DCA-BEAE-8CC5D8696A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1DD4B6F-61D0-44FC-B5F5-9777A35CFE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A213278-CAD2-400E-B79D-54F78C19BB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443A459-E4C2-4181-A7C1-6918FBC142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BC91C4B-CAF4-40E4-93B2-F74C387F29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764AAE7-B955-42C7-8588-37DC4ED6F7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E5A9720-876F-4D33-AD11-B9086E4F73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9A40854-82C2-4B19-98E3-E8CD9DA37B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8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9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0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1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19805C-5A15-43EF-9A51-2C800ADC8CAA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BC1966-66DB-4797-972C-74A47548B92B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D985B6-8465-46EE-B01A-E99C4E3AE9A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1149BA-68AE-4C4A-81C1-8D59E847D997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89A8C0-A322-4F11-B35E-CEDA3D88653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E30E59-14E1-4B25-A48B-B0394403BEF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0389C6-1754-444D-9AC7-4C258C41D11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F782E8-5113-4E44-94DC-24E443D52FF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11B09A-FA14-4A78-8A4B-AAF072C36EB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60AE38-E7D4-454A-A252-B2CF0539A187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96A4D5-330C-4928-991A-F75CFE42507B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github.com/signup?ref_cta=Sign+up&amp;ref_loc=header+logged+out&amp;ref_page=%2F&amp;source=header-home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Создаем свой сайт</a:t>
            </a:r>
            <a:endParaRPr b="0" lang="ru-RU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GitHub -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бесплатный сервер для сайта во Всемирной паутине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  <a:ea typeface="Tahoma"/>
              </a:rPr>
              <a:t>1 Переходим на 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 вводим свои данные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2800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https://github.com/signup?ref_cta=Sign+up&amp;ref_loc=header+logged+out&amp;ref_page=%2F&amp;source=header-home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5" name="Рисунок 4" descr=""/>
          <p:cNvPicPr/>
          <p:nvPr/>
        </p:nvPicPr>
        <p:blipFill>
          <a:blip r:embed="rId2"/>
          <a:stretch/>
        </p:blipFill>
        <p:spPr>
          <a:xfrm>
            <a:off x="389520" y="3635280"/>
            <a:ext cx="5452920" cy="29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Стрелка вправо 5"/>
          <p:cNvSpPr/>
          <p:nvPr/>
        </p:nvSpPr>
        <p:spPr>
          <a:xfrm>
            <a:off x="6095880" y="4650120"/>
            <a:ext cx="1285560" cy="36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57" name="Рисунок 7" descr=""/>
          <p:cNvPicPr/>
          <p:nvPr/>
        </p:nvPicPr>
        <p:blipFill>
          <a:blip r:embed="rId3"/>
          <a:stretch/>
        </p:blipFill>
        <p:spPr>
          <a:xfrm>
            <a:off x="8557920" y="3362040"/>
            <a:ext cx="2096640" cy="331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2 Создаем структуру сайта – нажать на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New repository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9" name="Объект 4" descr=""/>
          <p:cNvPicPr/>
          <p:nvPr/>
        </p:nvPicPr>
        <p:blipFill>
          <a:blip r:embed="rId1"/>
          <a:stretch/>
        </p:blipFill>
        <p:spPr>
          <a:xfrm>
            <a:off x="1339920" y="1773000"/>
            <a:ext cx="8851320" cy="331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3 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С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оздать 2 разных репозитория  </a:t>
            </a:r>
            <a:br>
              <a:rPr sz="4400"/>
            </a:b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(нажимать C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reate repository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)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1" name="Объект 4" descr=""/>
          <p:cNvPicPr/>
          <p:nvPr/>
        </p:nvPicPr>
        <p:blipFill>
          <a:blip r:embed="rId1"/>
          <a:stretch/>
        </p:blipFill>
        <p:spPr>
          <a:xfrm>
            <a:off x="919440" y="1769760"/>
            <a:ext cx="4687920" cy="435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Рисунок 6" descr=""/>
          <p:cNvPicPr/>
          <p:nvPr/>
        </p:nvPicPr>
        <p:blipFill>
          <a:blip r:embed="rId2"/>
          <a:stretch/>
        </p:blipFill>
        <p:spPr>
          <a:xfrm>
            <a:off x="6385680" y="1690560"/>
            <a:ext cx="4436280" cy="454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4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Добавить файл в репозиторий – открыть страницу репозитория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4" name="Объект 4" descr=""/>
          <p:cNvPicPr/>
          <p:nvPr/>
        </p:nvPicPr>
        <p:blipFill>
          <a:blip r:embed="rId1"/>
          <a:stretch/>
        </p:blipFill>
        <p:spPr>
          <a:xfrm>
            <a:off x="738000" y="1690560"/>
            <a:ext cx="10514880" cy="262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Рисунок 7" descr=""/>
          <p:cNvPicPr/>
          <p:nvPr/>
        </p:nvPicPr>
        <p:blipFill>
          <a:blip r:embed="rId2"/>
          <a:stretch/>
        </p:blipFill>
        <p:spPr>
          <a:xfrm>
            <a:off x="3962520" y="5529600"/>
            <a:ext cx="2133000" cy="58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Заголовок 1"/>
          <p:cNvSpPr/>
          <p:nvPr/>
        </p:nvSpPr>
        <p:spPr>
          <a:xfrm>
            <a:off x="637560" y="4108320"/>
            <a:ext cx="1051488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5 На странице репозитория нажать на ссылку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6 Из Вашей домашней папки загрузить презентацию СетьВводный.p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ptx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8" name="Объект 4" descr=""/>
          <p:cNvPicPr/>
          <p:nvPr/>
        </p:nvPicPr>
        <p:blipFill>
          <a:blip r:embed="rId1"/>
          <a:stretch/>
        </p:blipFill>
        <p:spPr>
          <a:xfrm>
            <a:off x="838080" y="1594080"/>
            <a:ext cx="10514880" cy="427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Заголовок 1"/>
          <p:cNvSpPr/>
          <p:nvPr/>
        </p:nvSpPr>
        <p:spPr>
          <a:xfrm>
            <a:off x="838080" y="6066360"/>
            <a:ext cx="1051488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7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Нажать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Commit Changes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8 Д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олжно получиться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1" name="Объект 5" descr=""/>
          <p:cNvPicPr/>
          <p:nvPr/>
        </p:nvPicPr>
        <p:blipFill>
          <a:blip r:embed="rId1"/>
          <a:stretch/>
        </p:blipFill>
        <p:spPr>
          <a:xfrm>
            <a:off x="1631520" y="1825560"/>
            <a:ext cx="8928360" cy="435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9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 Нажать A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dd file и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 добавить код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4" name="Рисунок 4" descr=""/>
          <p:cNvPicPr/>
          <p:nvPr/>
        </p:nvPicPr>
        <p:blipFill>
          <a:blip r:embed="rId1"/>
          <a:stretch/>
        </p:blipFill>
        <p:spPr>
          <a:xfrm>
            <a:off x="1014840" y="1825560"/>
            <a:ext cx="8939880" cy="29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Заголовок 1"/>
          <p:cNvSpPr/>
          <p:nvPr/>
        </p:nvSpPr>
        <p:spPr>
          <a:xfrm>
            <a:off x="912600" y="4745160"/>
            <a:ext cx="1051488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7500" lnSpcReduction="19999"/>
          </a:bodyPr>
          <a:p>
            <a:pPr defTabSz="914400">
              <a:lnSpc>
                <a:spcPct val="90000"/>
              </a:lnSpc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10 Вместо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Name your file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ввести i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ndex.html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Заголовок 1"/>
          <p:cNvSpPr/>
          <p:nvPr/>
        </p:nvSpPr>
        <p:spPr>
          <a:xfrm>
            <a:off x="912600" y="5202720"/>
            <a:ext cx="1051488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11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 Нажать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 Commit changes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12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 Превращаем репозиторий в сайт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Нажимаем на вкладку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Settings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Выбираем слева P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ages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9" name="Объект 4" descr=""/>
          <p:cNvPicPr/>
          <p:nvPr/>
        </p:nvPicPr>
        <p:blipFill>
          <a:blip r:embed="rId1"/>
          <a:stretch/>
        </p:blipFill>
        <p:spPr>
          <a:xfrm>
            <a:off x="838080" y="2304000"/>
            <a:ext cx="10514880" cy="2628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13 У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станавливаем как на картинке ниже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1" name="Объект 4" descr=""/>
          <p:cNvPicPr/>
          <p:nvPr/>
        </p:nvPicPr>
        <p:blipFill>
          <a:blip r:embed="rId1"/>
          <a:stretch/>
        </p:blipFill>
        <p:spPr>
          <a:xfrm>
            <a:off x="1026360" y="1825560"/>
            <a:ext cx="10138320" cy="435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14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Нажимаем на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Visit site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 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Получаем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4" name="Рисунок 6" descr=""/>
          <p:cNvPicPr/>
          <p:nvPr/>
        </p:nvPicPr>
        <p:blipFill>
          <a:blip r:embed="rId1"/>
          <a:stretch/>
        </p:blipFill>
        <p:spPr>
          <a:xfrm>
            <a:off x="838080" y="2359800"/>
            <a:ext cx="10929240" cy="106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15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Отредактируйте файл i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ndex.html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16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Нажмите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Commite Changes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17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Снова нажмите C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ommite Changes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7" name="Рисунок 4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8885880" cy="27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Рисунок 6" descr=""/>
          <p:cNvPicPr/>
          <p:nvPr/>
        </p:nvPicPr>
        <p:blipFill>
          <a:blip r:embed="rId2"/>
          <a:stretch/>
        </p:blipFill>
        <p:spPr>
          <a:xfrm>
            <a:off x="9129240" y="3879360"/>
            <a:ext cx="2819160" cy="288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Стрелка вправо 7"/>
          <p:cNvSpPr/>
          <p:nvPr/>
        </p:nvSpPr>
        <p:spPr>
          <a:xfrm>
            <a:off x="6561360" y="5560560"/>
            <a:ext cx="2567160" cy="147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19999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18 И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зменения наступят не сразу – подождите до 5 минут и снова откройте сайт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Получилось увидеть две ссылки на файлы с русским и английским названием? 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 русским названием в имени ссылка не будет работать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15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Добавьте </a:t>
            </a:r>
            <a:r>
              <a:rPr b="1" lang="ru-RU" sz="4400" strike="noStrike" u="none">
                <a:solidFill>
                  <a:srgbClr val="c00000"/>
                </a:solidFill>
                <a:uFillTx/>
                <a:latin typeface="Calibri Light"/>
              </a:rPr>
              <a:t>одного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 пользователя к своему проекту для совместной работы в облаке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83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Нажимаете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Add people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 добавляете имя пользователя с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GitHub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(не адрес электронной почты 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4" name="Рисунок 4" descr=""/>
          <p:cNvPicPr/>
          <p:nvPr/>
        </p:nvPicPr>
        <p:blipFill>
          <a:blip r:embed="rId1"/>
          <a:stretch/>
        </p:blipFill>
        <p:spPr>
          <a:xfrm>
            <a:off x="949320" y="2818080"/>
            <a:ext cx="7771680" cy="3674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16 Партнер подключается к Вашему сайту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Создает строку в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index.html –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это общий сайт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</TotalTime>
  <Application>LibreOffice/24.8.4.2$Linux_X86_64 LibreOffice_project/480$Build-2</Application>
  <AppVersion>15.0000</AppVersion>
  <Words>256</Words>
  <Paragraphs>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2025-11-16T06:58:14Z</dcterms:created>
  <dc:creator>Елена Демидова</dc:creator>
  <dc:description/>
  <dc:language>ru-RU</dc:language>
  <cp:lastModifiedBy/>
  <dcterms:modified xsi:type="dcterms:W3CDTF">2025-11-19T12:48:57Z</dcterms:modified>
  <cp:revision>44</cp:revision>
  <dc:subject/>
  <dc:title>Создаем свой сайт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15</vt:i4>
  </property>
</Properties>
</file>